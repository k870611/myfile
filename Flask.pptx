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E9891-AE51-48C2-B16C-F920699FD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E8B97B-37CA-4BCA-8F61-C16A4EC41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B04CB0-5456-4291-909F-E9949099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E0B378-1248-4EAD-BA1C-B5BB4FCB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2A7ACE-47AC-4323-8F7E-EF434CF8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551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0B642C-0504-4D8C-B7D9-BDF0A241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1876DC-8275-4E5B-81A2-B06086BED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2A6413-B569-4E31-A9CC-297FFA2F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6141EE-D1FC-41AA-AA0C-850396C9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BF155B-2A78-478A-B756-CBA5CB75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01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81286-528B-434A-A10C-5B385255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BECB3E-CE26-431A-B15D-0E5F5411F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10DE34-89FD-449F-8A4B-100B7458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F3038B-CFF1-4CCD-B680-4B85863C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5FB646-C98D-4E1D-88FD-BC459D62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98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D6406-AE0D-47D8-8F99-8C47B308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A304AB-BF72-49F1-ABA1-71E4781E4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E1CC7A-8492-477D-9F85-B68DE7B40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A81045-718B-4079-9F2B-3066BBCA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EBFE4F-E55B-42AD-BAFC-4F2868FF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F28180-921D-42D6-8451-A50DBC6D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896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84205-1ED3-46BE-9E7E-69BA090A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072B2F-8DB3-4498-97DA-6BF8CA119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967E02-91B9-47DB-943B-80030AE59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443B1D6-DA80-4F8D-909F-2BB26C2F1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F93BFA7-D20F-4B84-831D-37CEE8603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108315-333A-4134-B555-D8CDE6EE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DD93D65-6A9E-4763-9899-E617A866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E9B86E6-324A-412C-A594-E25966A6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2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E2AC3-4656-43B9-A522-3D706703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E096E39-C531-42D6-8D7C-B7C90002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995BF5F-8CA9-4E8A-9A61-D67EBD72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025D421-F16D-4924-8E49-5F10BA0C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5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2CE0023-3F14-45E5-8DA5-92F29894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2BB8FE7-8A54-4C2A-9B17-974C0A8C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415DEB-F1C1-4B5D-8FD6-A8954B7B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57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0B8339-40D8-4FDB-B437-25B2CB95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A26EB6-AC61-4B53-AFA7-7045EB77F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BCC9E5-0510-4BDC-BD6F-6B5F7BF3D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F3C041-DA7E-4D9E-B77F-68AA3D95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50EB495-97D7-4342-BC6C-A5E7D009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44C21E-AA27-4243-B8F8-652EF834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4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2A310-6AAB-46AC-B8F8-CD313BD3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CBD96F-2889-4E0B-AAE0-DE5374FBC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AB57F0-7F82-4A43-824C-960DCC7B9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8FE80B-F938-46DA-A446-4ED5B1F1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6F03B8-FC62-40B2-9F47-5E6C6013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27E159-5543-42B1-A52D-3ECA932B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997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B0C8A5-4E9B-4012-9384-32DE7C09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D77C64A-843B-4651-9294-31E3E333F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4BD6C3-9169-4FF2-B646-D7DD308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1E106B-2C13-45CE-9431-F9403B3E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ACF50-0F30-4A9A-A5B9-6FB9D13E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72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CC0FC52-9A1E-4B7F-911A-DB9D42925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5FE6BD-648F-4DB1-B95B-466211EF7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BCB45A-2059-44AF-ABC3-3EA8DB3F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9E5812-CC73-472E-BB7B-1CCBB85F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A92487-A404-4423-A0B8-15F2D80B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84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E69D9D0-6592-4E38-90D9-550056A33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7D7510-6346-4A17-A487-BEAAFE249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3BFD-1D6E-4454-9BF9-B4384FA04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646CB-3EFC-4DFF-AAED-BC303C0A1E45}" type="datetimeFigureOut">
              <a:rPr lang="zh-TW" altLang="en-US" smtClean="0"/>
              <a:t>2018/5/21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4531BA-8682-4EA0-9195-D24076BA6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FB7FDC-4173-40EC-85B5-2289B76B2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C65E9-5790-483D-90B9-EE36AE730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799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0FFBCA-6673-422E-B6DD-6F57ACC70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5C78AC5-4602-44EE-9D92-B30CBACE5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148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F42646-03EF-4146-9270-DA294386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Introduction of Flask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367E98-FC65-40FF-A3D1-F5319000E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Flask --- </a:t>
            </a:r>
            <a:r>
              <a:rPr lang="zh-CN" altLang="en-US" dirty="0"/>
              <a:t>微架构</a:t>
            </a:r>
            <a:endParaRPr lang="en-US" altLang="zh-CN" dirty="0"/>
          </a:p>
          <a:p>
            <a:r>
              <a:rPr lang="zh-TW" altLang="en-US" dirty="0"/>
              <a:t>不像</a:t>
            </a:r>
            <a:r>
              <a:rPr lang="en-US" altLang="zh-TW" dirty="0"/>
              <a:t>Django</a:t>
            </a:r>
            <a:r>
              <a:rPr lang="zh-TW" altLang="en-US" dirty="0"/>
              <a:t>，</a:t>
            </a:r>
            <a:r>
              <a:rPr lang="zh-CN" altLang="en-US" dirty="0"/>
              <a:t>他不会替开发者做任何技术决定</a:t>
            </a:r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US" altLang="zh-CN" dirty="0"/>
              <a:t>Flask </a:t>
            </a:r>
            <a:r>
              <a:rPr lang="zh-CN" altLang="en-US" dirty="0"/>
              <a:t>时不会自动安装</a:t>
            </a:r>
            <a:r>
              <a:rPr lang="en-US" altLang="zh-CN" dirty="0"/>
              <a:t>ORM</a:t>
            </a:r>
            <a:r>
              <a:rPr lang="zh-CN" altLang="en-US" dirty="0"/>
              <a:t>资料库元件等其他元件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5945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6B82BB34-AE5B-4469-B232-AA8D4BE6F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977" y="1534783"/>
            <a:ext cx="6106796" cy="500531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E4CC3C8-2F5A-4BD7-8499-15726F27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Structure of Flask</a:t>
            </a:r>
            <a:endParaRPr lang="zh-TW" altLang="en-US" dirty="0"/>
          </a:p>
        </p:txBody>
      </p:sp>
      <p:sp>
        <p:nvSpPr>
          <p:cNvPr id="6" name="圖說文字: 折線 5">
            <a:extLst>
              <a:ext uri="{FF2B5EF4-FFF2-40B4-BE49-F238E27FC236}">
                <a16:creationId xmlns:a16="http://schemas.microsoft.com/office/drawing/2014/main" id="{1D089B4F-571E-4901-8FF8-2C25B59E8307}"/>
              </a:ext>
            </a:extLst>
          </p:cNvPr>
          <p:cNvSpPr/>
          <p:nvPr/>
        </p:nvSpPr>
        <p:spPr>
          <a:xfrm>
            <a:off x="7886700" y="1534783"/>
            <a:ext cx="2971800" cy="793377"/>
          </a:xfrm>
          <a:prstGeom prst="borderCallout2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专案的相关配置</a:t>
            </a:r>
          </a:p>
        </p:txBody>
      </p:sp>
      <p:sp>
        <p:nvSpPr>
          <p:cNvPr id="7" name="圖說文字: 折線 6">
            <a:extLst>
              <a:ext uri="{FF2B5EF4-FFF2-40B4-BE49-F238E27FC236}">
                <a16:creationId xmlns:a16="http://schemas.microsoft.com/office/drawing/2014/main" id="{47BECB28-C983-406C-B79A-DCF5822B6AE6}"/>
              </a:ext>
            </a:extLst>
          </p:cNvPr>
          <p:cNvSpPr/>
          <p:nvPr/>
        </p:nvSpPr>
        <p:spPr>
          <a:xfrm>
            <a:off x="7886700" y="2154054"/>
            <a:ext cx="2971800" cy="793377"/>
          </a:xfrm>
          <a:prstGeom prst="borderCallout2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</a:rPr>
              <a:t>专案的执行檔</a:t>
            </a:r>
          </a:p>
        </p:txBody>
      </p:sp>
      <p:sp>
        <p:nvSpPr>
          <p:cNvPr id="9" name="圖說文字: 折線 8">
            <a:extLst>
              <a:ext uri="{FF2B5EF4-FFF2-40B4-BE49-F238E27FC236}">
                <a16:creationId xmlns:a16="http://schemas.microsoft.com/office/drawing/2014/main" id="{D8CA6B0A-A001-478F-B46A-6196B8CB5F10}"/>
              </a:ext>
            </a:extLst>
          </p:cNvPr>
          <p:cNvSpPr/>
          <p:nvPr/>
        </p:nvSpPr>
        <p:spPr>
          <a:xfrm>
            <a:off x="9000169" y="3457363"/>
            <a:ext cx="2971800" cy="793377"/>
          </a:xfrm>
          <a:prstGeom prst="borderCallout2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CSS, JS, Image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圖說文字: 折線 9">
            <a:extLst>
              <a:ext uri="{FF2B5EF4-FFF2-40B4-BE49-F238E27FC236}">
                <a16:creationId xmlns:a16="http://schemas.microsoft.com/office/drawing/2014/main" id="{5DA260B0-714A-42E5-8C3D-BA6F3A7ECC7B}"/>
              </a:ext>
            </a:extLst>
          </p:cNvPr>
          <p:cNvSpPr/>
          <p:nvPr/>
        </p:nvSpPr>
        <p:spPr>
          <a:xfrm>
            <a:off x="9000169" y="4074109"/>
            <a:ext cx="2971800" cy="793377"/>
          </a:xfrm>
          <a:prstGeom prst="borderCallout2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html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圖說文字: 折線 10">
            <a:extLst>
              <a:ext uri="{FF2B5EF4-FFF2-40B4-BE49-F238E27FC236}">
                <a16:creationId xmlns:a16="http://schemas.microsoft.com/office/drawing/2014/main" id="{8DC96F8A-DEF1-4B4E-AD92-7FFF7F198193}"/>
              </a:ext>
            </a:extLst>
          </p:cNvPr>
          <p:cNvSpPr/>
          <p:nvPr/>
        </p:nvSpPr>
        <p:spPr>
          <a:xfrm>
            <a:off x="9000169" y="4690855"/>
            <a:ext cx="2971800" cy="793377"/>
          </a:xfrm>
          <a:prstGeom prst="borderCallout2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Python of html 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圖說文字: 折線 13">
            <a:extLst>
              <a:ext uri="{FF2B5EF4-FFF2-40B4-BE49-F238E27FC236}">
                <a16:creationId xmlns:a16="http://schemas.microsoft.com/office/drawing/2014/main" id="{8AA95629-E304-4E30-835D-6799687D1914}"/>
              </a:ext>
            </a:extLst>
          </p:cNvPr>
          <p:cNvSpPr/>
          <p:nvPr/>
        </p:nvSpPr>
        <p:spPr>
          <a:xfrm>
            <a:off x="9000169" y="5323217"/>
            <a:ext cx="2971800" cy="793377"/>
          </a:xfrm>
          <a:prstGeom prst="borderCallout2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Initial of python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9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B16528-6481-40A0-9A85-A036A6F0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config.py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4280563-4DE9-4A0E-B44D-BA7A5815E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6241"/>
            <a:ext cx="10972799" cy="502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D8108-6641-44A9-9031-692AB16F4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run.py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50AC60-5E04-4A8C-A569-87D56CC16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55364"/>
            <a:ext cx="1097279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1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D7CFA-2CE2-4CB4-8198-F0146E93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static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A2F37F2-ABEB-4BE7-9C30-64B6CCC79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62088"/>
            <a:ext cx="1097279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9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5EC492-5C0A-4A9C-9939-D966ACAE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templates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09F90A-E194-43A9-B6BC-00758B3B7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77122"/>
            <a:ext cx="10972799" cy="501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08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783E50-6457-4F27-8496-73DE7891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route.py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84FC7E-B75E-4BDE-A03F-BC7EEBE85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79177"/>
            <a:ext cx="10972799" cy="528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74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E18A5B-8257-47ED-BD3F-78243485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__init__.py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2E15BA-51CC-42D7-9FF8-3B7B1A1EC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13647"/>
            <a:ext cx="1097279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06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84</Words>
  <Application>Microsoft Office PowerPoint</Application>
  <PresentationFormat>寬螢幕</PresentationFormat>
  <Paragraphs>17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等线</vt:lpstr>
      <vt:lpstr>新細明體</vt:lpstr>
      <vt:lpstr>Arial</vt:lpstr>
      <vt:lpstr>Calibri</vt:lpstr>
      <vt:lpstr>Calibri Light</vt:lpstr>
      <vt:lpstr>Office 佈景主題</vt:lpstr>
      <vt:lpstr>PowerPoint 簡報</vt:lpstr>
      <vt:lpstr>Introduction of Flask</vt:lpstr>
      <vt:lpstr>Structure of Flask</vt:lpstr>
      <vt:lpstr>config.py</vt:lpstr>
      <vt:lpstr>run.py</vt:lpstr>
      <vt:lpstr>static</vt:lpstr>
      <vt:lpstr>templates</vt:lpstr>
      <vt:lpstr>route.py</vt:lpstr>
      <vt:lpstr>__init__.py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黃雅柏</dc:creator>
  <cp:lastModifiedBy>黃雅柏</cp:lastModifiedBy>
  <cp:revision>7</cp:revision>
  <dcterms:created xsi:type="dcterms:W3CDTF">2018-05-21T11:05:00Z</dcterms:created>
  <dcterms:modified xsi:type="dcterms:W3CDTF">2018-05-21T11:58:03Z</dcterms:modified>
</cp:coreProperties>
</file>