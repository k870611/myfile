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86" autoAdjust="0"/>
  </p:normalViewPr>
  <p:slideViewPr>
    <p:cSldViewPr snapToGrid="0">
      <p:cViewPr varScale="1">
        <p:scale>
          <a:sx n="86" d="100"/>
          <a:sy n="86" d="100"/>
        </p:scale>
        <p:origin x="2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03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95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58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33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093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5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16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23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69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82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3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37834-F4DB-4725-8615-6027665A4085}" type="datetimeFigureOut">
              <a:rPr lang="zh-CN" altLang="en-US" smtClean="0"/>
              <a:t>2018/12/22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7FE83-C6D6-41F1-8169-40BEFA9AE0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74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tianqihoubao.com/lishi/dongli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Weather predict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目的：爬取天津市东丽区</a:t>
            </a:r>
            <a:r>
              <a:rPr lang="en-US" altLang="zh-CN" dirty="0" smtClean="0"/>
              <a:t>2011</a:t>
            </a:r>
            <a:r>
              <a:rPr lang="zh-CN" altLang="en-US" dirty="0" smtClean="0"/>
              <a:t>年至今的所有天气信息， 并且依托现有的数据， 预测未来的天气 ， 将分析的结果可视化。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863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数据来源：</a:t>
            </a:r>
            <a:r>
              <a:rPr lang="en-US" altLang="zh-CN" sz="2400" dirty="0" smtClean="0">
                <a:hlinkClick r:id="rId2"/>
              </a:rPr>
              <a:t>http://www.tianqihoubao.com/lishi/dongli.html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zh-CN" altLang="en-US" sz="2400" dirty="0" smtClean="0"/>
              <a:t>（</a:t>
            </a:r>
            <a:r>
              <a:rPr lang="en-US" altLang="zh-CN" sz="2400" dirty="0" smtClean="0"/>
              <a:t>2011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月至</a:t>
            </a:r>
            <a:r>
              <a:rPr lang="en-US" altLang="zh-CN" sz="2400" dirty="0" smtClean="0"/>
              <a:t>2018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月）</a:t>
            </a:r>
            <a:endParaRPr lang="zh-CN" altLang="en-US" sz="24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34" t="10831" r="592" b="5614"/>
          <a:stretch/>
        </p:blipFill>
        <p:spPr>
          <a:xfrm>
            <a:off x="1110343" y="2242456"/>
            <a:ext cx="6923315" cy="363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选择： </a:t>
            </a:r>
            <a:r>
              <a:rPr lang="en-US" altLang="zh-CN" dirty="0" smtClean="0"/>
              <a:t>2012</a:t>
            </a:r>
            <a:r>
              <a:rPr lang="zh-CN" altLang="en-US" dirty="0" smtClean="0"/>
              <a:t>， </a:t>
            </a:r>
            <a:r>
              <a:rPr lang="en-US" altLang="zh-CN" dirty="0" smtClean="0"/>
              <a:t>2014</a:t>
            </a:r>
            <a:r>
              <a:rPr lang="zh-CN" altLang="en-US" dirty="0" smtClean="0"/>
              <a:t>， 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， </a:t>
            </a:r>
            <a:r>
              <a:rPr lang="en-US" altLang="zh-CN" dirty="0" smtClean="0"/>
              <a:t>2018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5" y="1085396"/>
            <a:ext cx="7260771" cy="5644720"/>
          </a:xfrm>
        </p:spPr>
      </p:pic>
    </p:spTree>
    <p:extLst>
      <p:ext uri="{BB962C8B-B14F-4D97-AF65-F5344CB8AC3E}">
        <p14:creationId xmlns:p14="http://schemas.microsoft.com/office/powerpoint/2010/main" val="155865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柱状</a:t>
            </a:r>
            <a:r>
              <a:rPr lang="zh-CN" altLang="en-US" dirty="0" smtClean="0"/>
              <a:t>图展示数据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94252"/>
            <a:ext cx="6365784" cy="4897523"/>
          </a:xfrm>
        </p:spPr>
      </p:pic>
    </p:spTree>
    <p:extLst>
      <p:ext uri="{BB962C8B-B14F-4D97-AF65-F5344CB8AC3E}">
        <p14:creationId xmlns:p14="http://schemas.microsoft.com/office/powerpoint/2010/main" val="21889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每年每月平均</a:t>
            </a:r>
            <a:r>
              <a:rPr lang="zh-CN" altLang="en-US" dirty="0"/>
              <a:t>气温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94255"/>
            <a:ext cx="6858000" cy="52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80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每年每月平均气温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30967"/>
            <a:ext cx="6859318" cy="5271861"/>
          </a:xfrm>
        </p:spPr>
      </p:pic>
    </p:spTree>
    <p:extLst>
      <p:ext uri="{BB962C8B-B14F-4D97-AF65-F5344CB8AC3E}">
        <p14:creationId xmlns:p14="http://schemas.microsoft.com/office/powerpoint/2010/main" val="3540466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Stack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43426"/>
            <a:ext cx="7082928" cy="5438183"/>
          </a:xfrm>
        </p:spPr>
      </p:pic>
    </p:spTree>
    <p:extLst>
      <p:ext uri="{BB962C8B-B14F-4D97-AF65-F5344CB8AC3E}">
        <p14:creationId xmlns:p14="http://schemas.microsoft.com/office/powerpoint/2010/main" val="983100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Stream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8343"/>
            <a:ext cx="7501569" cy="5747880"/>
          </a:xfrm>
        </p:spPr>
      </p:pic>
    </p:spTree>
    <p:extLst>
      <p:ext uri="{BB962C8B-B14F-4D97-AF65-F5344CB8AC3E}">
        <p14:creationId xmlns:p14="http://schemas.microsoft.com/office/powerpoint/2010/main" val="2709644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E</a:t>
            </a:r>
            <a:r>
              <a:rPr lang="en-US" altLang="zh-CN" dirty="0" smtClean="0"/>
              <a:t>xpanded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10377"/>
            <a:ext cx="7005810" cy="5384450"/>
          </a:xfrm>
        </p:spPr>
      </p:pic>
    </p:spTree>
    <p:extLst>
      <p:ext uri="{BB962C8B-B14F-4D97-AF65-F5344CB8AC3E}">
        <p14:creationId xmlns:p14="http://schemas.microsoft.com/office/powerpoint/2010/main" val="382141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选择要预测那一天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02665"/>
            <a:ext cx="6994793" cy="5365045"/>
          </a:xfrm>
        </p:spPr>
      </p:pic>
    </p:spTree>
    <p:extLst>
      <p:ext uri="{BB962C8B-B14F-4D97-AF65-F5344CB8AC3E}">
        <p14:creationId xmlns:p14="http://schemas.microsoft.com/office/powerpoint/2010/main" val="265470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预测结果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153595"/>
            <a:ext cx="7027843" cy="5406879"/>
          </a:xfrm>
        </p:spPr>
      </p:pic>
    </p:spTree>
    <p:extLst>
      <p:ext uri="{BB962C8B-B14F-4D97-AF65-F5344CB8AC3E}">
        <p14:creationId xmlns:p14="http://schemas.microsoft.com/office/powerpoint/2010/main" val="410235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重新爬取数据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87494"/>
            <a:ext cx="7138012" cy="5508381"/>
          </a:xfrm>
        </p:spPr>
      </p:pic>
    </p:spTree>
    <p:extLst>
      <p:ext uri="{BB962C8B-B14F-4D97-AF65-F5344CB8AC3E}">
        <p14:creationId xmlns:p14="http://schemas.microsoft.com/office/powerpoint/2010/main" val="78807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39400" cy="538389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日志信息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83" y="1048485"/>
            <a:ext cx="7484099" cy="5433018"/>
          </a:xfrm>
        </p:spPr>
      </p:pic>
    </p:spTree>
    <p:extLst>
      <p:ext uri="{BB962C8B-B14F-4D97-AF65-F5344CB8AC3E}">
        <p14:creationId xmlns:p14="http://schemas.microsoft.com/office/powerpoint/2010/main" val="321465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75</Words>
  <Application>Microsoft Office PowerPoint</Application>
  <PresentationFormat>宽屏</PresentationFormat>
  <Paragraphs>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宋体</vt:lpstr>
      <vt:lpstr>Arial</vt:lpstr>
      <vt:lpstr>Calibri</vt:lpstr>
      <vt:lpstr>Calibri Light</vt:lpstr>
      <vt:lpstr>Office 主题</vt:lpstr>
      <vt:lpstr>Weather predict</vt:lpstr>
      <vt:lpstr>数据来源：http://www.tianqihoubao.com/lishi/dongli.html （2011年1月至2018年12月）</vt:lpstr>
      <vt:lpstr>选择： 2012， 2014， 2017， 2018</vt:lpstr>
      <vt:lpstr>柱状图展示数据</vt:lpstr>
      <vt:lpstr>每年每月平均气温</vt:lpstr>
      <vt:lpstr>每年每月平均气温</vt:lpstr>
      <vt:lpstr>Stack</vt:lpstr>
      <vt:lpstr>Stream</vt:lpstr>
      <vt:lpstr>Expanded</vt:lpstr>
      <vt:lpstr>选择要预测那一天</vt:lpstr>
      <vt:lpstr>预测结果</vt:lpstr>
      <vt:lpstr>重新爬取数据</vt:lpstr>
      <vt:lpstr>日志信息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 forecast </dc:title>
  <dc:creator>Windows 用户</dc:creator>
  <cp:lastModifiedBy>Windows 用户</cp:lastModifiedBy>
  <cp:revision>29</cp:revision>
  <dcterms:created xsi:type="dcterms:W3CDTF">2018-12-22T01:48:04Z</dcterms:created>
  <dcterms:modified xsi:type="dcterms:W3CDTF">2018-12-22T08:19:05Z</dcterms:modified>
</cp:coreProperties>
</file>