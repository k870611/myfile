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60" r:id="rId5"/>
    <p:sldId id="274" r:id="rId6"/>
    <p:sldId id="272" r:id="rId7"/>
    <p:sldId id="273" r:id="rId8"/>
    <p:sldId id="275" r:id="rId9"/>
    <p:sldId id="270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86" autoAdjust="0"/>
  </p:normalViewPr>
  <p:slideViewPr>
    <p:cSldViewPr snapToGrid="0">
      <p:cViewPr varScale="1">
        <p:scale>
          <a:sx n="71" d="100"/>
          <a:sy n="71" d="100"/>
        </p:scale>
        <p:origin x="46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035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95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58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339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093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85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164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23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69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82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39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37834-F4DB-4725-8615-6027665A4085}" type="datetimeFigureOut">
              <a:rPr lang="zh-CN" altLang="en-US" smtClean="0"/>
              <a:t>2018/12/23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74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Weather predict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目的：爬</a:t>
            </a:r>
            <a:r>
              <a:rPr lang="zh-CN" altLang="en-US" dirty="0" smtClean="0"/>
              <a:t>取</a:t>
            </a:r>
            <a:r>
              <a:rPr lang="en-US" altLang="zh-CN" dirty="0" smtClean="0"/>
              <a:t>Server</a:t>
            </a:r>
            <a:r>
              <a:rPr lang="zh-CN" altLang="en-US" dirty="0" smtClean="0"/>
              <a:t>的</a:t>
            </a:r>
            <a:r>
              <a:rPr lang="en-US" altLang="zh-TW" dirty="0" smtClean="0"/>
              <a:t>Sensor</a:t>
            </a:r>
            <a:r>
              <a:rPr lang="zh-CN" altLang="en-US" dirty="0" smtClean="0"/>
              <a:t>信息</a:t>
            </a:r>
            <a:r>
              <a:rPr lang="zh-CN" altLang="en-US" dirty="0" smtClean="0"/>
              <a:t>， 并且依托现有的数据， 预</a:t>
            </a:r>
            <a:r>
              <a:rPr lang="zh-CN" altLang="en-US" dirty="0" smtClean="0"/>
              <a:t>测</a:t>
            </a:r>
            <a:r>
              <a:rPr lang="zh-TW" altLang="en-US" dirty="0" smtClean="0"/>
              <a:t>何时</a:t>
            </a:r>
            <a:r>
              <a:rPr lang="zh-TW" altLang="en-US" dirty="0" smtClean="0"/>
              <a:t>将会过热</a:t>
            </a:r>
            <a:r>
              <a:rPr lang="en-US" altLang="zh-TW" dirty="0" smtClean="0"/>
              <a:t>(</a:t>
            </a:r>
            <a:r>
              <a:rPr lang="zh-TW" altLang="en-US" dirty="0" smtClean="0"/>
              <a:t> </a:t>
            </a:r>
            <a:r>
              <a:rPr lang="en-US" altLang="zh-TW" dirty="0" smtClean="0"/>
              <a:t>&gt;</a:t>
            </a:r>
            <a:r>
              <a:rPr lang="zh-TW" altLang="en-US" dirty="0" smtClean="0"/>
              <a:t> </a:t>
            </a:r>
            <a:r>
              <a:rPr lang="en-US" altLang="zh-TW" dirty="0"/>
              <a:t>60 °C)</a:t>
            </a:r>
            <a:r>
              <a:rPr lang="zh-CN" altLang="en-US" dirty="0" smtClean="0"/>
              <a:t> </a:t>
            </a:r>
            <a:r>
              <a:rPr lang="zh-CN" altLang="en-US" dirty="0" smtClean="0"/>
              <a:t>， </a:t>
            </a:r>
            <a:r>
              <a:rPr lang="zh-TW" altLang="en-US" dirty="0" smtClean="0"/>
              <a:t>并</a:t>
            </a:r>
            <a:r>
              <a:rPr lang="zh-CN" altLang="en-US" dirty="0" smtClean="0"/>
              <a:t>将</a:t>
            </a:r>
            <a:r>
              <a:rPr lang="zh-CN" altLang="en-US" dirty="0" smtClean="0"/>
              <a:t>分析的结果可视化。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8635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数</a:t>
            </a:r>
            <a:r>
              <a:rPr lang="zh-CN" altLang="en-US" sz="2400" dirty="0" smtClean="0"/>
              <a:t>据来源：</a:t>
            </a:r>
            <a:r>
              <a:rPr lang="en-US" altLang="zh-TW" sz="2400" dirty="0" smtClean="0"/>
              <a:t>By </a:t>
            </a:r>
            <a:r>
              <a:rPr lang="en-US" altLang="zh-TW" sz="2400" dirty="0" err="1" smtClean="0"/>
              <a:t>Kylin</a:t>
            </a:r>
            <a:r>
              <a:rPr lang="en-US" altLang="zh-TW" sz="2400" dirty="0" smtClean="0"/>
              <a:t> (</a:t>
            </a:r>
            <a:r>
              <a:rPr lang="zh-TW" altLang="en-US" sz="2400" dirty="0" smtClean="0"/>
              <a:t>不开盖监控系统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– </a:t>
            </a:r>
            <a:r>
              <a:rPr lang="zh-TW" altLang="en-US" sz="2400" dirty="0" smtClean="0"/>
              <a:t>抓取 </a:t>
            </a:r>
            <a:r>
              <a:rPr lang="en-US" altLang="zh-TW" sz="2400" dirty="0" smtClean="0"/>
              <a:t>CPU0_Margin_Temp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Sensor</a:t>
            </a:r>
            <a:r>
              <a:rPr lang="zh-TW" altLang="en-US" sz="2400" dirty="0" smtClean="0"/>
              <a:t> 当做温度指标，并将</a:t>
            </a:r>
            <a:r>
              <a:rPr lang="en-US" altLang="zh-TW" sz="2400" dirty="0" smtClean="0"/>
              <a:t>value </a:t>
            </a:r>
            <a:r>
              <a:rPr lang="zh-TW" altLang="en-US" sz="2400" dirty="0" smtClean="0"/>
              <a:t>加上不大于 </a:t>
            </a:r>
            <a:r>
              <a:rPr lang="en-US" altLang="zh-TW" sz="2400" dirty="0" smtClean="0"/>
              <a:t>1 </a:t>
            </a:r>
            <a:r>
              <a:rPr lang="zh-TW" altLang="en-US" sz="2400" dirty="0" smtClean="0"/>
              <a:t>的随机数以协助预测功能</a:t>
            </a:r>
            <a:endParaRPr lang="zh-CN" altLang="en-US" sz="2400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00" y="1414174"/>
            <a:ext cx="9360000" cy="5316080"/>
          </a:xfrm>
        </p:spPr>
      </p:pic>
    </p:spTree>
    <p:extLst>
      <p:ext uri="{BB962C8B-B14F-4D97-AF65-F5344CB8AC3E}">
        <p14:creationId xmlns:p14="http://schemas.microsoft.com/office/powerpoint/2010/main" val="3558178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51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650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12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418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79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602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39400" cy="538389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日志信息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95" y="1314452"/>
            <a:ext cx="10951011" cy="5183841"/>
          </a:xfrm>
        </p:spPr>
      </p:pic>
    </p:spTree>
    <p:extLst>
      <p:ext uri="{BB962C8B-B14F-4D97-AF65-F5344CB8AC3E}">
        <p14:creationId xmlns:p14="http://schemas.microsoft.com/office/powerpoint/2010/main" val="3214658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91</Words>
  <Application>Microsoft Office PowerPoint</Application>
  <PresentationFormat>寬螢幕</PresentationFormat>
  <Paragraphs>4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SimSun</vt:lpstr>
      <vt:lpstr>新細明體</vt:lpstr>
      <vt:lpstr>Arial</vt:lpstr>
      <vt:lpstr>Calibri</vt:lpstr>
      <vt:lpstr>Calibri Light</vt:lpstr>
      <vt:lpstr>Office 主题</vt:lpstr>
      <vt:lpstr>Weather predict</vt:lpstr>
      <vt:lpstr>数据来源：By Kylin (不开盖监控系统) – 抓取 CPU0_Margin_Temp Sensor 当做温度指标，并将value 加上不大于 1 的随机数以协助预测功能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日志信息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 forecast </dc:title>
  <dc:creator>Windows 用户</dc:creator>
  <cp:lastModifiedBy>Huang</cp:lastModifiedBy>
  <cp:revision>31</cp:revision>
  <dcterms:created xsi:type="dcterms:W3CDTF">2018-12-22T01:48:04Z</dcterms:created>
  <dcterms:modified xsi:type="dcterms:W3CDTF">2018-12-23T08:00:35Z</dcterms:modified>
</cp:coreProperties>
</file>